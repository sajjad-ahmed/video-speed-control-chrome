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9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9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9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4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5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0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1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7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7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0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21-Mar-26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6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sz="1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7" y="6172202"/>
            <a:ext cx="1482103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sz="18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50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1" y="3276602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21-Mar-26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2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01B97-B505-89EB-98A8-DD3560E4F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411" y="793983"/>
            <a:ext cx="3994484" cy="527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A2D114-390D-5170-E58D-FD534AD12B5A}"/>
              </a:ext>
            </a:extLst>
          </p:cNvPr>
          <p:cNvSpPr txBox="1"/>
          <p:nvPr/>
        </p:nvSpPr>
        <p:spPr>
          <a:xfrm>
            <a:off x="7206927" y="2900599"/>
            <a:ext cx="3868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Control Global Speed &amp; Site-wise Speed seamlessly </a:t>
            </a:r>
          </a:p>
        </p:txBody>
      </p:sp>
    </p:spTree>
    <p:extLst>
      <p:ext uri="{BB962C8B-B14F-4D97-AF65-F5344CB8AC3E}">
        <p14:creationId xmlns:p14="http://schemas.microsoft.com/office/powerpoint/2010/main" val="171133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7716-E0EB-B318-9CF7-033D34DC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ABE3A5-3E17-1D83-B9E1-1E372EB9052F}"/>
              </a:ext>
            </a:extLst>
          </p:cNvPr>
          <p:cNvSpPr txBox="1"/>
          <p:nvPr/>
        </p:nvSpPr>
        <p:spPr>
          <a:xfrm>
            <a:off x="3387745" y="372626"/>
            <a:ext cx="5416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Just pin it to the toolbar and use it on any 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9C516-F3C4-A91D-5733-139EEEC2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139" y="974811"/>
            <a:ext cx="7843721" cy="490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15753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Metadata/LabelInfo.xml><?xml version="1.0" encoding="utf-8"?>
<clbl:labelList xmlns:clbl="http://schemas.microsoft.com/office/2020/mipLabelMetadata">
  <clbl:label id="{96a66e58-4b85-455b-87c5-db0ab19663cd}" enabled="1" method="Standard" siteId="{3ec00d79-021a-42d4-aac8-dcb35973dff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19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Avenir Next LT Pro</vt:lpstr>
      <vt:lpstr>AvenirNext LT Pro Medium</vt:lpstr>
      <vt:lpstr>Rockwell</vt:lpstr>
      <vt:lpstr>Segoe UI</vt:lpstr>
      <vt:lpstr>ExploreVTI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Sajjad Ahmed</dc:creator>
  <cp:lastModifiedBy>Sajjad Ahmed</cp:lastModifiedBy>
  <cp:revision>2</cp:revision>
  <dcterms:created xsi:type="dcterms:W3CDTF">2026-03-21T16:09:19Z</dcterms:created>
  <dcterms:modified xsi:type="dcterms:W3CDTF">2026-03-21T16:32:35Z</dcterms:modified>
</cp:coreProperties>
</file>